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9" r:id="rId3"/>
    <p:sldId id="261" r:id="rId4"/>
    <p:sldId id="257" r:id="rId5"/>
    <p:sldId id="258" r:id="rId6"/>
    <p:sldId id="260" r:id="rId7"/>
  </p:sldIdLst>
  <p:sldSz cx="12192000" cy="6858000"/>
  <p:notesSz cx="6858000" cy="9144000"/>
  <p:defaultTextStyle>
    <a:defPPr>
      <a:defRPr lang="en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3080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474"/>
    <p:restoredTop sz="94658"/>
  </p:normalViewPr>
  <p:slideViewPr>
    <p:cSldViewPr snapToGrid="0">
      <p:cViewPr varScale="1">
        <p:scale>
          <a:sx n="116" d="100"/>
          <a:sy n="116" d="100"/>
        </p:scale>
        <p:origin x="145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erdar H. ALTAN" userId="d734a18e9eb058ca" providerId="LiveId" clId="{F5EE2939-FAAA-5F49-9584-8CA02E411555}"/>
    <pc:docChg chg="undo custSel addSld delSld modSld sldOrd">
      <pc:chgData name="Serdar H. ALTAN" userId="d734a18e9eb058ca" providerId="LiveId" clId="{F5EE2939-FAAA-5F49-9584-8CA02E411555}" dt="2026-07-05T11:23:11.712" v="350"/>
      <pc:docMkLst>
        <pc:docMk/>
      </pc:docMkLst>
      <pc:sldChg chg="addSp delSp modSp mod modTransition setBg modAnim modNotesTx">
        <pc:chgData name="Serdar H. ALTAN" userId="d734a18e9eb058ca" providerId="LiveId" clId="{F5EE2939-FAAA-5F49-9584-8CA02E411555}" dt="2026-07-05T11:23:11.712" v="350"/>
        <pc:sldMkLst>
          <pc:docMk/>
          <pc:sldMk cId="2609996375" sldId="256"/>
        </pc:sldMkLst>
        <pc:spChg chg="add del mod">
          <ac:chgData name="Serdar H. ALTAN" userId="d734a18e9eb058ca" providerId="LiveId" clId="{F5EE2939-FAAA-5F49-9584-8CA02E411555}" dt="2026-07-04T09:42:37.694" v="101"/>
          <ac:spMkLst>
            <pc:docMk/>
            <pc:sldMk cId="2609996375" sldId="256"/>
            <ac:spMk id="2" creationId="{DA420FED-0C8B-A609-338E-B162A6FD71DC}"/>
          </ac:spMkLst>
        </pc:spChg>
        <pc:spChg chg="mod">
          <ac:chgData name="Serdar H. ALTAN" userId="d734a18e9eb058ca" providerId="LiveId" clId="{F5EE2939-FAAA-5F49-9584-8CA02E411555}" dt="2026-07-04T09:42:23.529" v="99"/>
          <ac:spMkLst>
            <pc:docMk/>
            <pc:sldMk cId="2609996375" sldId="256"/>
            <ac:spMk id="3" creationId="{17FD71E8-F6D3-1A27-1F83-D2E2E5C3D6B3}"/>
          </ac:spMkLst>
        </pc:spChg>
        <pc:spChg chg="add del">
          <ac:chgData name="Serdar H. ALTAN" userId="d734a18e9eb058ca" providerId="LiveId" clId="{F5EE2939-FAAA-5F49-9584-8CA02E411555}" dt="2026-07-05T09:33:19.991" v="278" actId="26606"/>
          <ac:spMkLst>
            <pc:docMk/>
            <pc:sldMk cId="2609996375" sldId="256"/>
            <ac:spMk id="5" creationId="{42A4FC2C-047E-45A5-965D-8E1E3BF09BC6}"/>
          </ac:spMkLst>
        </pc:spChg>
        <pc:spChg chg="add del mod">
          <ac:chgData name="Serdar H. ALTAN" userId="d734a18e9eb058ca" providerId="LiveId" clId="{F5EE2939-FAAA-5F49-9584-8CA02E411555}" dt="2026-07-05T09:34:42.148" v="322"/>
          <ac:spMkLst>
            <pc:docMk/>
            <pc:sldMk cId="2609996375" sldId="256"/>
            <ac:spMk id="6" creationId="{024418C2-A233-399E-44CA-D2B533447DF6}"/>
          </ac:spMkLst>
        </pc:spChg>
        <pc:spChg chg="del mod topLvl">
          <ac:chgData name="Serdar H. ALTAN" userId="d734a18e9eb058ca" providerId="LiveId" clId="{F5EE2939-FAAA-5F49-9584-8CA02E411555}" dt="2026-07-04T09:42:44.546" v="103" actId="478"/>
          <ac:spMkLst>
            <pc:docMk/>
            <pc:sldMk cId="2609996375" sldId="256"/>
            <ac:spMk id="9" creationId="{E9DC2509-9CC5-8512-2D93-862AA31F4B55}"/>
          </ac:spMkLst>
        </pc:spChg>
        <pc:spChg chg="add">
          <ac:chgData name="Serdar H. ALTAN" userId="d734a18e9eb058ca" providerId="LiveId" clId="{F5EE2939-FAAA-5F49-9584-8CA02E411555}" dt="2026-07-05T09:36:18.231" v="326" actId="26606"/>
          <ac:spMkLst>
            <pc:docMk/>
            <pc:sldMk cId="2609996375" sldId="256"/>
            <ac:spMk id="11" creationId="{42A4FC2C-047E-45A5-965D-8E1E3BF09BC6}"/>
          </ac:spMkLst>
        </pc:spChg>
        <pc:grpChg chg="del mod">
          <ac:chgData name="Serdar H. ALTAN" userId="d734a18e9eb058ca" providerId="LiveId" clId="{F5EE2939-FAAA-5F49-9584-8CA02E411555}" dt="2026-07-04T09:40:37.354" v="6" actId="165"/>
          <ac:grpSpMkLst>
            <pc:docMk/>
            <pc:sldMk cId="2609996375" sldId="256"/>
            <ac:grpSpMk id="10" creationId="{C605E6C2-196D-B513-C266-8F96953E2095}"/>
          </ac:grpSpMkLst>
        </pc:grpChg>
        <pc:picChg chg="add del mod">
          <ac:chgData name="Serdar H. ALTAN" userId="d734a18e9eb058ca" providerId="LiveId" clId="{F5EE2939-FAAA-5F49-9584-8CA02E411555}" dt="2026-07-05T09:34:42.148" v="322"/>
          <ac:picMkLst>
            <pc:docMk/>
            <pc:sldMk cId="2609996375" sldId="256"/>
            <ac:picMk id="3" creationId="{296F3C3A-3E76-6886-FBA7-D0801774ECC5}"/>
          </ac:picMkLst>
        </pc:picChg>
        <pc:picChg chg="add mod">
          <ac:chgData name="Serdar H. ALTAN" userId="d734a18e9eb058ca" providerId="LiveId" clId="{F5EE2939-FAAA-5F49-9584-8CA02E411555}" dt="2026-07-05T09:36:18.231" v="326" actId="26606"/>
          <ac:picMkLst>
            <pc:docMk/>
            <pc:sldMk cId="2609996375" sldId="256"/>
            <ac:picMk id="3" creationId="{90B03BAB-A44D-539D-221F-D93BE115412D}"/>
          </ac:picMkLst>
        </pc:picChg>
        <pc:picChg chg="del mod">
          <ac:chgData name="Serdar H. ALTAN" userId="d734a18e9eb058ca" providerId="LiveId" clId="{F5EE2939-FAAA-5F49-9584-8CA02E411555}" dt="2026-07-05T09:32:48.631" v="274" actId="478"/>
          <ac:picMkLst>
            <pc:docMk/>
            <pc:sldMk cId="2609996375" sldId="256"/>
            <ac:picMk id="4" creationId="{AC9FF9CD-DD52-BBB5-FC16-BF265BC48416}"/>
          </ac:picMkLst>
        </pc:picChg>
        <pc:picChg chg="add del mod">
          <ac:chgData name="Serdar H. ALTAN" userId="d734a18e9eb058ca" providerId="LiveId" clId="{F5EE2939-FAAA-5F49-9584-8CA02E411555}" dt="2026-07-05T10:38:55.652" v="329"/>
          <ac:picMkLst>
            <pc:docMk/>
            <pc:sldMk cId="2609996375" sldId="256"/>
            <ac:picMk id="5" creationId="{BA28230C-78CD-2032-9356-FA8D9F04D2CE}"/>
          </ac:picMkLst>
        </pc:picChg>
        <pc:picChg chg="del mod">
          <ac:chgData name="Serdar H. ALTAN" userId="d734a18e9eb058ca" providerId="LiveId" clId="{F5EE2939-FAAA-5F49-9584-8CA02E411555}" dt="2026-07-05T09:35:04.879" v="323" actId="478"/>
          <ac:picMkLst>
            <pc:docMk/>
            <pc:sldMk cId="2609996375" sldId="256"/>
            <ac:picMk id="7" creationId="{FD3E0586-8ADF-823D-28EE-4DC925DEEE6F}"/>
          </ac:picMkLst>
        </pc:picChg>
        <pc:picChg chg="add del mod topLvl">
          <ac:chgData name="Serdar H. ALTAN" userId="d734a18e9eb058ca" providerId="LiveId" clId="{F5EE2939-FAAA-5F49-9584-8CA02E411555}" dt="2026-07-04T09:42:37.694" v="101"/>
          <ac:picMkLst>
            <pc:docMk/>
            <pc:sldMk cId="2609996375" sldId="256"/>
            <ac:picMk id="8" creationId="{CCA9626D-0EC1-DCB7-578B-936DAD89B469}"/>
          </ac:picMkLst>
        </pc:picChg>
        <pc:picChg chg="add del mod">
          <ac:chgData name="Serdar H. ALTAN" userId="d734a18e9eb058ca" providerId="LiveId" clId="{F5EE2939-FAAA-5F49-9584-8CA02E411555}" dt="2026-07-05T10:40:12.700" v="331"/>
          <ac:picMkLst>
            <pc:docMk/>
            <pc:sldMk cId="2609996375" sldId="256"/>
            <ac:picMk id="14" creationId="{0ED4E9E9-E5BB-71E4-5BA1-8A1E0B81188D}"/>
          </ac:picMkLst>
        </pc:picChg>
        <pc:picChg chg="add del mod">
          <ac:chgData name="Serdar H. ALTAN" userId="d734a18e9eb058ca" providerId="LiveId" clId="{F5EE2939-FAAA-5F49-9584-8CA02E411555}" dt="2026-07-05T10:45:05.035" v="333"/>
          <ac:picMkLst>
            <pc:docMk/>
            <pc:sldMk cId="2609996375" sldId="256"/>
            <ac:picMk id="19" creationId="{3C8524EF-2FD8-01A7-8368-79BA8E8FB662}"/>
          </ac:picMkLst>
        </pc:picChg>
        <pc:picChg chg="add del mod">
          <ac:chgData name="Serdar H. ALTAN" userId="d734a18e9eb058ca" providerId="LiveId" clId="{F5EE2939-FAAA-5F49-9584-8CA02E411555}" dt="2026-07-05T10:48:57.125" v="336"/>
          <ac:picMkLst>
            <pc:docMk/>
            <pc:sldMk cId="2609996375" sldId="256"/>
            <ac:picMk id="26" creationId="{C3E367FA-E85D-9941-6F6A-91EBE1775234}"/>
          </ac:picMkLst>
        </pc:picChg>
        <pc:picChg chg="add del mod">
          <ac:chgData name="Serdar H. ALTAN" userId="d734a18e9eb058ca" providerId="LiveId" clId="{F5EE2939-FAAA-5F49-9584-8CA02E411555}" dt="2026-07-05T11:01:53.477" v="338"/>
          <ac:picMkLst>
            <pc:docMk/>
            <pc:sldMk cId="2609996375" sldId="256"/>
            <ac:picMk id="32" creationId="{1EA60326-F4C6-2C69-FA4B-917226D51975}"/>
          </ac:picMkLst>
        </pc:picChg>
        <pc:picChg chg="add del mod">
          <ac:chgData name="Serdar H. ALTAN" userId="d734a18e9eb058ca" providerId="LiveId" clId="{F5EE2939-FAAA-5F49-9584-8CA02E411555}" dt="2026-07-05T11:03:35.203" v="340"/>
          <ac:picMkLst>
            <pc:docMk/>
            <pc:sldMk cId="2609996375" sldId="256"/>
            <ac:picMk id="35" creationId="{042E1CED-3544-A0ED-8C74-20288037815D}"/>
          </ac:picMkLst>
        </pc:picChg>
        <pc:picChg chg="add del mod">
          <ac:chgData name="Serdar H. ALTAN" userId="d734a18e9eb058ca" providerId="LiveId" clId="{F5EE2939-FAAA-5F49-9584-8CA02E411555}" dt="2026-07-05T11:05:26.990" v="342"/>
          <ac:picMkLst>
            <pc:docMk/>
            <pc:sldMk cId="2609996375" sldId="256"/>
            <ac:picMk id="38" creationId="{6FEE97E1-FB73-1C2F-8BC7-AE613C9EF240}"/>
          </ac:picMkLst>
        </pc:picChg>
        <pc:picChg chg="add del mod">
          <ac:chgData name="Serdar H. ALTAN" userId="d734a18e9eb058ca" providerId="LiveId" clId="{F5EE2939-FAAA-5F49-9584-8CA02E411555}" dt="2026-07-05T11:09:39.922" v="344"/>
          <ac:picMkLst>
            <pc:docMk/>
            <pc:sldMk cId="2609996375" sldId="256"/>
            <ac:picMk id="41" creationId="{A24FA726-F499-939A-7D42-4D33D1A55142}"/>
          </ac:picMkLst>
        </pc:picChg>
        <pc:picChg chg="add del mod">
          <ac:chgData name="Serdar H. ALTAN" userId="d734a18e9eb058ca" providerId="LiveId" clId="{F5EE2939-FAAA-5F49-9584-8CA02E411555}" dt="2026-07-05T11:16:59.647" v="348"/>
          <ac:picMkLst>
            <pc:docMk/>
            <pc:sldMk cId="2609996375" sldId="256"/>
            <ac:picMk id="44" creationId="{F99C23D8-E3B7-E930-30E5-0C8A11B347D3}"/>
          </ac:picMkLst>
        </pc:picChg>
        <pc:picChg chg="add del mod">
          <ac:chgData name="Serdar H. ALTAN" userId="d734a18e9eb058ca" providerId="LiveId" clId="{F5EE2939-FAAA-5F49-9584-8CA02E411555}" dt="2026-07-05T11:23:11.712" v="350"/>
          <ac:picMkLst>
            <pc:docMk/>
            <pc:sldMk cId="2609996375" sldId="256"/>
            <ac:picMk id="48" creationId="{A0B2C554-9231-02D9-C4C6-4BDF752E79FC}"/>
          </ac:picMkLst>
        </pc:picChg>
      </pc:sldChg>
      <pc:sldChg chg="addSp delSp modSp add mod modTransition modAnim">
        <pc:chgData name="Serdar H. ALTAN" userId="d734a18e9eb058ca" providerId="LiveId" clId="{F5EE2939-FAAA-5F49-9584-8CA02E411555}" dt="2026-07-05T11:23:11.712" v="350"/>
        <pc:sldMkLst>
          <pc:docMk/>
          <pc:sldMk cId="1615641106" sldId="257"/>
        </pc:sldMkLst>
        <pc:spChg chg="add mod">
          <ac:chgData name="Serdar H. ALTAN" userId="d734a18e9eb058ca" providerId="LiveId" clId="{F5EE2939-FAAA-5F49-9584-8CA02E411555}" dt="2026-07-05T09:16:50.842" v="245" actId="1076"/>
          <ac:spMkLst>
            <pc:docMk/>
            <pc:sldMk cId="1615641106" sldId="257"/>
            <ac:spMk id="2" creationId="{2255BC67-D0C0-4976-CBF8-9E723C7F7F70}"/>
          </ac:spMkLst>
        </pc:spChg>
        <pc:picChg chg="del">
          <ac:chgData name="Serdar H. ALTAN" userId="d734a18e9eb058ca" providerId="LiveId" clId="{F5EE2939-FAAA-5F49-9584-8CA02E411555}" dt="2026-07-04T19:07:42.283" v="106" actId="478"/>
          <ac:picMkLst>
            <pc:docMk/>
            <pc:sldMk cId="1615641106" sldId="257"/>
            <ac:picMk id="4" creationId="{09792F7B-447F-C4A7-0327-8B77916B39CE}"/>
          </ac:picMkLst>
        </pc:picChg>
        <pc:picChg chg="add mod">
          <ac:chgData name="Serdar H. ALTAN" userId="d734a18e9eb058ca" providerId="LiveId" clId="{F5EE2939-FAAA-5F49-9584-8CA02E411555}" dt="2026-07-04T19:12:22.400" v="140" actId="1076"/>
          <ac:picMkLst>
            <pc:docMk/>
            <pc:sldMk cId="1615641106" sldId="257"/>
            <ac:picMk id="5" creationId="{7A266EA0-9D20-7075-0927-7C066E1BCF62}"/>
          </ac:picMkLst>
        </pc:picChg>
        <pc:picChg chg="add del mod">
          <ac:chgData name="Serdar H. ALTAN" userId="d734a18e9eb058ca" providerId="LiveId" clId="{F5EE2939-FAAA-5F49-9584-8CA02E411555}" dt="2026-07-05T10:40:12.700" v="331"/>
          <ac:picMkLst>
            <pc:docMk/>
            <pc:sldMk cId="1615641106" sldId="257"/>
            <ac:picMk id="7" creationId="{BF17B9D7-F57F-3E51-B8FC-2FDC489977D0}"/>
          </ac:picMkLst>
        </pc:picChg>
        <pc:picChg chg="add del mod">
          <ac:chgData name="Serdar H. ALTAN" userId="d734a18e9eb058ca" providerId="LiveId" clId="{F5EE2939-FAAA-5F49-9584-8CA02E411555}" dt="2026-07-05T11:01:53.477" v="338"/>
          <ac:picMkLst>
            <pc:docMk/>
            <pc:sldMk cId="1615641106" sldId="257"/>
            <ac:picMk id="13" creationId="{0C9437FE-686F-2E46-84BD-0105ACE1C69B}"/>
          </ac:picMkLst>
        </pc:picChg>
        <pc:picChg chg="add del mod">
          <ac:chgData name="Serdar H. ALTAN" userId="d734a18e9eb058ca" providerId="LiveId" clId="{F5EE2939-FAAA-5F49-9584-8CA02E411555}" dt="2026-07-05T11:03:35.203" v="340"/>
          <ac:picMkLst>
            <pc:docMk/>
            <pc:sldMk cId="1615641106" sldId="257"/>
            <ac:picMk id="15" creationId="{8383437C-A2C6-B166-A405-A074B8C95EDE}"/>
          </ac:picMkLst>
        </pc:picChg>
        <pc:picChg chg="add del mod">
          <ac:chgData name="Serdar H. ALTAN" userId="d734a18e9eb058ca" providerId="LiveId" clId="{F5EE2939-FAAA-5F49-9584-8CA02E411555}" dt="2026-07-05T11:05:26.990" v="342"/>
          <ac:picMkLst>
            <pc:docMk/>
            <pc:sldMk cId="1615641106" sldId="257"/>
            <ac:picMk id="17" creationId="{1B5D80AA-F200-5D9A-84E7-FF2B489C9A31}"/>
          </ac:picMkLst>
        </pc:picChg>
        <pc:picChg chg="add del mod">
          <ac:chgData name="Serdar H. ALTAN" userId="d734a18e9eb058ca" providerId="LiveId" clId="{F5EE2939-FAAA-5F49-9584-8CA02E411555}" dt="2026-07-05T11:09:39.922" v="344"/>
          <ac:picMkLst>
            <pc:docMk/>
            <pc:sldMk cId="1615641106" sldId="257"/>
            <ac:picMk id="19" creationId="{ABDA3A1C-883C-228D-5031-DD2D0DA5CBE4}"/>
          </ac:picMkLst>
        </pc:picChg>
        <pc:picChg chg="add del mod">
          <ac:chgData name="Serdar H. ALTAN" userId="d734a18e9eb058ca" providerId="LiveId" clId="{F5EE2939-FAAA-5F49-9584-8CA02E411555}" dt="2026-07-05T11:16:59.647" v="348"/>
          <ac:picMkLst>
            <pc:docMk/>
            <pc:sldMk cId="1615641106" sldId="257"/>
            <ac:picMk id="21" creationId="{77DB3FB7-6ADF-EEA2-2C79-B56A83C45D6E}"/>
          </ac:picMkLst>
        </pc:picChg>
        <pc:picChg chg="add del mod">
          <ac:chgData name="Serdar H. ALTAN" userId="d734a18e9eb058ca" providerId="LiveId" clId="{F5EE2939-FAAA-5F49-9584-8CA02E411555}" dt="2026-07-05T11:23:11.712" v="350"/>
          <ac:picMkLst>
            <pc:docMk/>
            <pc:sldMk cId="1615641106" sldId="257"/>
            <ac:picMk id="23" creationId="{44F0BDEE-8CC4-955E-2250-80C261521D0B}"/>
          </ac:picMkLst>
        </pc:picChg>
      </pc:sldChg>
      <pc:sldChg chg="addSp delSp modSp add mod modTransition setBg modAnim">
        <pc:chgData name="Serdar H. ALTAN" userId="d734a18e9eb058ca" providerId="LiveId" clId="{F5EE2939-FAAA-5F49-9584-8CA02E411555}" dt="2026-07-05T11:23:11.712" v="350"/>
        <pc:sldMkLst>
          <pc:docMk/>
          <pc:sldMk cId="935616061" sldId="258"/>
        </pc:sldMkLst>
        <pc:spChg chg="del">
          <ac:chgData name="Serdar H. ALTAN" userId="d734a18e9eb058ca" providerId="LiveId" clId="{F5EE2939-FAAA-5F49-9584-8CA02E411555}" dt="2026-07-04T19:15:09.853" v="145" actId="478"/>
          <ac:spMkLst>
            <pc:docMk/>
            <pc:sldMk cId="935616061" sldId="258"/>
            <ac:spMk id="2" creationId="{65D83A8C-D3AD-2621-1079-6942B4671F1C}"/>
          </ac:spMkLst>
        </pc:spChg>
        <pc:picChg chg="add mod">
          <ac:chgData name="Serdar H. ALTAN" userId="d734a18e9eb058ca" providerId="LiveId" clId="{F5EE2939-FAAA-5F49-9584-8CA02E411555}" dt="2026-07-04T19:15:30.872" v="148" actId="26606"/>
          <ac:picMkLst>
            <pc:docMk/>
            <pc:sldMk cId="935616061" sldId="258"/>
            <ac:picMk id="4" creationId="{C5E17A31-5377-4CEA-CA14-EF0719AD72DB}"/>
          </ac:picMkLst>
        </pc:picChg>
        <pc:picChg chg="ord">
          <ac:chgData name="Serdar H. ALTAN" userId="d734a18e9eb058ca" providerId="LiveId" clId="{F5EE2939-FAAA-5F49-9584-8CA02E411555}" dt="2026-07-04T19:15:30.872" v="148" actId="26606"/>
          <ac:picMkLst>
            <pc:docMk/>
            <pc:sldMk cId="935616061" sldId="258"/>
            <ac:picMk id="5" creationId="{D8A35559-0BD9-6E73-2A12-C52BD45853AF}"/>
          </ac:picMkLst>
        </pc:picChg>
        <pc:picChg chg="add del mod">
          <ac:chgData name="Serdar H. ALTAN" userId="d734a18e9eb058ca" providerId="LiveId" clId="{F5EE2939-FAAA-5F49-9584-8CA02E411555}" dt="2026-07-05T11:01:53.477" v="338"/>
          <ac:picMkLst>
            <pc:docMk/>
            <pc:sldMk cId="935616061" sldId="258"/>
            <ac:picMk id="10" creationId="{93389FC9-6714-F45E-9CF3-49F1B3A0D2C4}"/>
          </ac:picMkLst>
        </pc:picChg>
        <pc:picChg chg="add del mod">
          <ac:chgData name="Serdar H. ALTAN" userId="d734a18e9eb058ca" providerId="LiveId" clId="{F5EE2939-FAAA-5F49-9584-8CA02E411555}" dt="2026-07-05T11:03:35.203" v="340"/>
          <ac:picMkLst>
            <pc:docMk/>
            <pc:sldMk cId="935616061" sldId="258"/>
            <ac:picMk id="12" creationId="{B8DB3EE6-9DEE-85F5-A670-099D699B6A0B}"/>
          </ac:picMkLst>
        </pc:picChg>
        <pc:picChg chg="add del mod">
          <ac:chgData name="Serdar H. ALTAN" userId="d734a18e9eb058ca" providerId="LiveId" clId="{F5EE2939-FAAA-5F49-9584-8CA02E411555}" dt="2026-07-05T11:05:26.990" v="342"/>
          <ac:picMkLst>
            <pc:docMk/>
            <pc:sldMk cId="935616061" sldId="258"/>
            <ac:picMk id="15" creationId="{A69440B7-6D20-2B47-1B57-8AD2817F150E}"/>
          </ac:picMkLst>
        </pc:picChg>
        <pc:picChg chg="add del mod">
          <ac:chgData name="Serdar H. ALTAN" userId="d734a18e9eb058ca" providerId="LiveId" clId="{F5EE2939-FAAA-5F49-9584-8CA02E411555}" dt="2026-07-05T11:09:39.922" v="344"/>
          <ac:picMkLst>
            <pc:docMk/>
            <pc:sldMk cId="935616061" sldId="258"/>
            <ac:picMk id="17" creationId="{E081B512-4B92-F839-55CB-B23D684C951E}"/>
          </ac:picMkLst>
        </pc:picChg>
        <pc:picChg chg="add del mod">
          <ac:chgData name="Serdar H. ALTAN" userId="d734a18e9eb058ca" providerId="LiveId" clId="{F5EE2939-FAAA-5F49-9584-8CA02E411555}" dt="2026-07-05T11:16:59.647" v="348"/>
          <ac:picMkLst>
            <pc:docMk/>
            <pc:sldMk cId="935616061" sldId="258"/>
            <ac:picMk id="19" creationId="{254C805F-8150-40E0-28F9-0D23082B4DDE}"/>
          </ac:picMkLst>
        </pc:picChg>
        <pc:picChg chg="add del mod">
          <ac:chgData name="Serdar H. ALTAN" userId="d734a18e9eb058ca" providerId="LiveId" clId="{F5EE2939-FAAA-5F49-9584-8CA02E411555}" dt="2026-07-05T11:23:11.712" v="350"/>
          <ac:picMkLst>
            <pc:docMk/>
            <pc:sldMk cId="935616061" sldId="258"/>
            <ac:picMk id="21" creationId="{3DD77355-A4B2-787B-39B0-0B3E166B4556}"/>
          </ac:picMkLst>
        </pc:picChg>
      </pc:sldChg>
      <pc:sldChg chg="add del">
        <pc:chgData name="Serdar H. ALTAN" userId="d734a18e9eb058ca" providerId="LiveId" clId="{F5EE2939-FAAA-5F49-9584-8CA02E411555}" dt="2026-07-05T02:56:26.659" v="151" actId="2696"/>
        <pc:sldMkLst>
          <pc:docMk/>
          <pc:sldMk cId="2620638158" sldId="259"/>
        </pc:sldMkLst>
      </pc:sldChg>
      <pc:sldChg chg="addSp delSp modSp add mod ord modTransition modAnim">
        <pc:chgData name="Serdar H. ALTAN" userId="d734a18e9eb058ca" providerId="LiveId" clId="{F5EE2939-FAAA-5F49-9584-8CA02E411555}" dt="2026-07-05T11:23:11.712" v="350"/>
        <pc:sldMkLst>
          <pc:docMk/>
          <pc:sldMk cId="3770687257" sldId="259"/>
        </pc:sldMkLst>
        <pc:spChg chg="mod">
          <ac:chgData name="Serdar H. ALTAN" userId="d734a18e9eb058ca" providerId="LiveId" clId="{F5EE2939-FAAA-5F49-9584-8CA02E411555}" dt="2026-07-05T09:32:29.994" v="273" actId="1076"/>
          <ac:spMkLst>
            <pc:docMk/>
            <pc:sldMk cId="3770687257" sldId="259"/>
            <ac:spMk id="2" creationId="{E7CB2E24-B039-C417-0703-40AF885F8F92}"/>
          </ac:spMkLst>
        </pc:spChg>
        <pc:picChg chg="add del mod">
          <ac:chgData name="Serdar H. ALTAN" userId="d734a18e9eb058ca" providerId="LiveId" clId="{F5EE2939-FAAA-5F49-9584-8CA02E411555}" dt="2026-07-05T11:01:53.477" v="338"/>
          <ac:picMkLst>
            <pc:docMk/>
            <pc:sldMk cId="3770687257" sldId="259"/>
            <ac:picMk id="15" creationId="{9A359335-B9C5-DAAB-38BD-C3ED11136BE5}"/>
          </ac:picMkLst>
        </pc:picChg>
        <pc:picChg chg="add del mod">
          <ac:chgData name="Serdar H. ALTAN" userId="d734a18e9eb058ca" providerId="LiveId" clId="{F5EE2939-FAAA-5F49-9584-8CA02E411555}" dt="2026-07-05T11:03:35.203" v="340"/>
          <ac:picMkLst>
            <pc:docMk/>
            <pc:sldMk cId="3770687257" sldId="259"/>
            <ac:picMk id="17" creationId="{95CD8745-7B84-D581-59CA-D00108E1E49D}"/>
          </ac:picMkLst>
        </pc:picChg>
        <pc:picChg chg="add del mod">
          <ac:chgData name="Serdar H. ALTAN" userId="d734a18e9eb058ca" providerId="LiveId" clId="{F5EE2939-FAAA-5F49-9584-8CA02E411555}" dt="2026-07-05T11:05:26.990" v="342"/>
          <ac:picMkLst>
            <pc:docMk/>
            <pc:sldMk cId="3770687257" sldId="259"/>
            <ac:picMk id="19" creationId="{7704ED4F-875C-FBEA-5364-611AAE44E1E7}"/>
          </ac:picMkLst>
        </pc:picChg>
        <pc:picChg chg="add del mod">
          <ac:chgData name="Serdar H. ALTAN" userId="d734a18e9eb058ca" providerId="LiveId" clId="{F5EE2939-FAAA-5F49-9584-8CA02E411555}" dt="2026-07-05T11:09:39.922" v="344"/>
          <ac:picMkLst>
            <pc:docMk/>
            <pc:sldMk cId="3770687257" sldId="259"/>
            <ac:picMk id="21" creationId="{B0A9EC84-5F64-0D31-A218-23C2D1418FC1}"/>
          </ac:picMkLst>
        </pc:picChg>
        <pc:picChg chg="add del mod">
          <ac:chgData name="Serdar H. ALTAN" userId="d734a18e9eb058ca" providerId="LiveId" clId="{F5EE2939-FAAA-5F49-9584-8CA02E411555}" dt="2026-07-05T11:16:59.647" v="348"/>
          <ac:picMkLst>
            <pc:docMk/>
            <pc:sldMk cId="3770687257" sldId="259"/>
            <ac:picMk id="23" creationId="{8764447C-44F8-E72F-A36B-206757F2996E}"/>
          </ac:picMkLst>
        </pc:picChg>
        <pc:picChg chg="add del mod">
          <ac:chgData name="Serdar H. ALTAN" userId="d734a18e9eb058ca" providerId="LiveId" clId="{F5EE2939-FAAA-5F49-9584-8CA02E411555}" dt="2026-07-05T11:23:11.712" v="350"/>
          <ac:picMkLst>
            <pc:docMk/>
            <pc:sldMk cId="3770687257" sldId="259"/>
            <ac:picMk id="25" creationId="{BA649C38-FE46-4C04-7721-E6C3C434655E}"/>
          </ac:picMkLst>
        </pc:picChg>
      </pc:sldChg>
      <pc:sldChg chg="add del">
        <pc:chgData name="Serdar H. ALTAN" userId="d734a18e9eb058ca" providerId="LiveId" clId="{F5EE2939-FAAA-5F49-9584-8CA02E411555}" dt="2026-07-05T02:56:49.233" v="155" actId="2696"/>
        <pc:sldMkLst>
          <pc:docMk/>
          <pc:sldMk cId="2049342524" sldId="260"/>
        </pc:sldMkLst>
      </pc:sldChg>
      <pc:sldChg chg="addSp delSp modSp add mod ord modTransition modAnim">
        <pc:chgData name="Serdar H. ALTAN" userId="d734a18e9eb058ca" providerId="LiveId" clId="{F5EE2939-FAAA-5F49-9584-8CA02E411555}" dt="2026-07-05T11:23:11.712" v="350"/>
        <pc:sldMkLst>
          <pc:docMk/>
          <pc:sldMk cId="2586409174" sldId="260"/>
        </pc:sldMkLst>
        <pc:spChg chg="del mod">
          <ac:chgData name="Serdar H. ALTAN" userId="d734a18e9eb058ca" providerId="LiveId" clId="{F5EE2939-FAAA-5F49-9584-8CA02E411555}" dt="2026-07-05T02:58:20.331" v="164"/>
          <ac:spMkLst>
            <pc:docMk/>
            <pc:sldMk cId="2586409174" sldId="260"/>
            <ac:spMk id="2" creationId="{2C9076D8-B4C1-985B-7004-DC4C53A7CC9B}"/>
          </ac:spMkLst>
        </pc:spChg>
        <pc:graphicFrameChg chg="add mod">
          <ac:chgData name="Serdar H. ALTAN" userId="d734a18e9eb058ca" providerId="LiveId" clId="{F5EE2939-FAAA-5F49-9584-8CA02E411555}" dt="2026-07-05T09:20:41.550" v="261"/>
          <ac:graphicFrameMkLst>
            <pc:docMk/>
            <pc:sldMk cId="2586409174" sldId="260"/>
            <ac:graphicFrameMk id="2" creationId="{6AFA7512-E6B1-3BA6-B36D-3606AB2DA898}"/>
          </ac:graphicFrameMkLst>
        </pc:graphicFrameChg>
        <pc:graphicFrameChg chg="add mod modGraphic">
          <ac:chgData name="Serdar H. ALTAN" userId="d734a18e9eb058ca" providerId="LiveId" clId="{F5EE2939-FAAA-5F49-9584-8CA02E411555}" dt="2026-07-05T09:22:38.453" v="266" actId="1076"/>
          <ac:graphicFrameMkLst>
            <pc:docMk/>
            <pc:sldMk cId="2586409174" sldId="260"/>
            <ac:graphicFrameMk id="3" creationId="{7E8EEAE8-E1E8-E2F8-2EDE-13FDC40E227C}"/>
          </ac:graphicFrameMkLst>
        </pc:graphicFrameChg>
        <pc:graphicFrameChg chg="add mod modGraphic">
          <ac:chgData name="Serdar H. ALTAN" userId="d734a18e9eb058ca" providerId="LiveId" clId="{F5EE2939-FAAA-5F49-9584-8CA02E411555}" dt="2026-07-05T02:58:08.870" v="160" actId="6549"/>
          <ac:graphicFrameMkLst>
            <pc:docMk/>
            <pc:sldMk cId="2586409174" sldId="260"/>
            <ac:graphicFrameMk id="3" creationId="{DB003469-10B1-3C56-F979-73B8B6322316}"/>
          </ac:graphicFrameMkLst>
        </pc:graphicFrameChg>
        <pc:graphicFrameChg chg="add del mod modGraphic">
          <ac:chgData name="Serdar H. ALTAN" userId="d734a18e9eb058ca" providerId="LiveId" clId="{F5EE2939-FAAA-5F49-9584-8CA02E411555}" dt="2026-07-05T09:18:53.997" v="260" actId="478"/>
          <ac:graphicFrameMkLst>
            <pc:docMk/>
            <pc:sldMk cId="2586409174" sldId="260"/>
            <ac:graphicFrameMk id="4" creationId="{1376774E-B002-8ED2-CCA6-5F0781DEB0BB}"/>
          </ac:graphicFrameMkLst>
        </pc:graphicFrameChg>
        <pc:picChg chg="add del mod">
          <ac:chgData name="Serdar H. ALTAN" userId="d734a18e9eb058ca" providerId="LiveId" clId="{F5EE2939-FAAA-5F49-9584-8CA02E411555}" dt="2026-07-05T11:01:53.477" v="338"/>
          <ac:picMkLst>
            <pc:docMk/>
            <pc:sldMk cId="2586409174" sldId="260"/>
            <ac:picMk id="8" creationId="{C3D39BE8-E161-B500-D683-28B147A780C6}"/>
          </ac:picMkLst>
        </pc:picChg>
        <pc:picChg chg="add del mod">
          <ac:chgData name="Serdar H. ALTAN" userId="d734a18e9eb058ca" providerId="LiveId" clId="{F5EE2939-FAAA-5F49-9584-8CA02E411555}" dt="2026-07-05T11:05:26.990" v="342"/>
          <ac:picMkLst>
            <pc:docMk/>
            <pc:sldMk cId="2586409174" sldId="260"/>
            <ac:picMk id="11" creationId="{180F68D6-1979-5EB8-4623-7796DDC01F57}"/>
          </ac:picMkLst>
        </pc:picChg>
        <pc:picChg chg="add del mod">
          <ac:chgData name="Serdar H. ALTAN" userId="d734a18e9eb058ca" providerId="LiveId" clId="{F5EE2939-FAAA-5F49-9584-8CA02E411555}" dt="2026-07-05T11:09:39.922" v="344"/>
          <ac:picMkLst>
            <pc:docMk/>
            <pc:sldMk cId="2586409174" sldId="260"/>
            <ac:picMk id="14" creationId="{FE66971F-F14C-F648-481D-B4B6F95094AC}"/>
          </ac:picMkLst>
        </pc:picChg>
        <pc:picChg chg="add del mod">
          <ac:chgData name="Serdar H. ALTAN" userId="d734a18e9eb058ca" providerId="LiveId" clId="{F5EE2939-FAAA-5F49-9584-8CA02E411555}" dt="2026-07-05T11:11:59.299" v="346"/>
          <ac:picMkLst>
            <pc:docMk/>
            <pc:sldMk cId="2586409174" sldId="260"/>
            <ac:picMk id="17" creationId="{5BE822C1-DD6F-652B-C91F-438AC9546A5A}"/>
          </ac:picMkLst>
        </pc:picChg>
        <pc:picChg chg="add del mod">
          <ac:chgData name="Serdar H. ALTAN" userId="d734a18e9eb058ca" providerId="LiveId" clId="{F5EE2939-FAAA-5F49-9584-8CA02E411555}" dt="2026-07-05T11:16:59.647" v="348"/>
          <ac:picMkLst>
            <pc:docMk/>
            <pc:sldMk cId="2586409174" sldId="260"/>
            <ac:picMk id="21" creationId="{CA0AB2E1-D5B6-3A02-A701-DA006175479E}"/>
          </ac:picMkLst>
        </pc:picChg>
        <pc:picChg chg="add del mod">
          <ac:chgData name="Serdar H. ALTAN" userId="d734a18e9eb058ca" providerId="LiveId" clId="{F5EE2939-FAAA-5F49-9584-8CA02E411555}" dt="2026-07-05T11:23:11.712" v="350"/>
          <ac:picMkLst>
            <pc:docMk/>
            <pc:sldMk cId="2586409174" sldId="260"/>
            <ac:picMk id="24" creationId="{12CDDE75-1724-B8A5-98F1-78F7BBB2F8FF}"/>
          </ac:picMkLst>
        </pc:picChg>
      </pc:sldChg>
      <pc:sldChg chg="addSp delSp modSp add mod modTransition modAnim">
        <pc:chgData name="Serdar H. ALTAN" userId="d734a18e9eb058ca" providerId="LiveId" clId="{F5EE2939-FAAA-5F49-9584-8CA02E411555}" dt="2026-07-05T11:23:11.712" v="350"/>
        <pc:sldMkLst>
          <pc:docMk/>
          <pc:sldMk cId="887228830" sldId="261"/>
        </pc:sldMkLst>
        <pc:spChg chg="mod">
          <ac:chgData name="Serdar H. ALTAN" userId="d734a18e9eb058ca" providerId="LiveId" clId="{F5EE2939-FAAA-5F49-9584-8CA02E411555}" dt="2026-07-05T09:32:14.887" v="272" actId="1076"/>
          <ac:spMkLst>
            <pc:docMk/>
            <pc:sldMk cId="887228830" sldId="261"/>
            <ac:spMk id="2" creationId="{13F1D640-7D9D-2D77-4610-AE2CF8CC91B0}"/>
          </ac:spMkLst>
        </pc:spChg>
        <pc:picChg chg="add del mod">
          <ac:chgData name="Serdar H. ALTAN" userId="d734a18e9eb058ca" providerId="LiveId" clId="{F5EE2939-FAAA-5F49-9584-8CA02E411555}" dt="2026-07-05T11:01:53.477" v="338"/>
          <ac:picMkLst>
            <pc:docMk/>
            <pc:sldMk cId="887228830" sldId="261"/>
            <ac:picMk id="10" creationId="{AA0D097F-2F14-6AF0-2D16-E47EDA36848E}"/>
          </ac:picMkLst>
        </pc:picChg>
        <pc:picChg chg="add del mod">
          <ac:chgData name="Serdar H. ALTAN" userId="d734a18e9eb058ca" providerId="LiveId" clId="{F5EE2939-FAAA-5F49-9584-8CA02E411555}" dt="2026-07-05T11:03:35.203" v="340"/>
          <ac:picMkLst>
            <pc:docMk/>
            <pc:sldMk cId="887228830" sldId="261"/>
            <ac:picMk id="12" creationId="{A8C56658-FC77-9374-B236-66F9A6D93AFF}"/>
          </ac:picMkLst>
        </pc:picChg>
        <pc:picChg chg="add del mod">
          <ac:chgData name="Serdar H. ALTAN" userId="d734a18e9eb058ca" providerId="LiveId" clId="{F5EE2939-FAAA-5F49-9584-8CA02E411555}" dt="2026-07-05T11:05:26.990" v="342"/>
          <ac:picMkLst>
            <pc:docMk/>
            <pc:sldMk cId="887228830" sldId="261"/>
            <ac:picMk id="14" creationId="{168C5C08-5B5C-A989-A8E1-60C8F232D747}"/>
          </ac:picMkLst>
        </pc:picChg>
        <pc:picChg chg="add del mod">
          <ac:chgData name="Serdar H. ALTAN" userId="d734a18e9eb058ca" providerId="LiveId" clId="{F5EE2939-FAAA-5F49-9584-8CA02E411555}" dt="2026-07-05T11:09:39.922" v="344"/>
          <ac:picMkLst>
            <pc:docMk/>
            <pc:sldMk cId="887228830" sldId="261"/>
            <ac:picMk id="16" creationId="{5AC936A5-516E-D7C5-2FEB-EF9F5779A1DE}"/>
          </ac:picMkLst>
        </pc:picChg>
        <pc:picChg chg="add del mod">
          <ac:chgData name="Serdar H. ALTAN" userId="d734a18e9eb058ca" providerId="LiveId" clId="{F5EE2939-FAAA-5F49-9584-8CA02E411555}" dt="2026-07-05T11:16:59.647" v="348"/>
          <ac:picMkLst>
            <pc:docMk/>
            <pc:sldMk cId="887228830" sldId="261"/>
            <ac:picMk id="18" creationId="{6349C69F-9861-9493-D950-9B7DBC16CEF6}"/>
          </ac:picMkLst>
        </pc:picChg>
        <pc:picChg chg="add del mod">
          <ac:chgData name="Serdar H. ALTAN" userId="d734a18e9eb058ca" providerId="LiveId" clId="{F5EE2939-FAAA-5F49-9584-8CA02E411555}" dt="2026-07-05T11:23:11.712" v="350"/>
          <ac:picMkLst>
            <pc:docMk/>
            <pc:sldMk cId="887228830" sldId="261"/>
            <ac:picMk id="20" creationId="{0443AFB8-90D8-C835-5DCB-2998674A4FA1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T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DE715A-D7F6-234E-9543-28B9CF0101C3}" type="datetimeFigureOut">
              <a:rPr lang="en-TR" smtClean="0"/>
              <a:t>5.07.2026</a:t>
            </a:fld>
            <a:endParaRPr lang="en-T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T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B46984-4B77-9C48-8382-4233B2906DCE}" type="slidenum">
              <a:rPr lang="en-TR" smtClean="0"/>
              <a:t>‹#›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14449207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T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Hello everyone! I’m excited to present SkillOS.</a:t>
            </a:r>
          </a:p>
          <a:p>
            <a:r>
              <a:rPr lang="en-T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Many AI agents today are limited by the tools they already have. When a user requests something outside that toolset, developers often need to stop and implement a new capability. For startups, where requirements change quickly, this slows down development and experimentation.</a:t>
            </a:r>
            <a:r>
              <a:rPr lang="en-TR" dirty="0">
                <a:effectLst/>
              </a:rPr>
              <a:t> </a:t>
            </a:r>
            <a:endParaRPr lang="en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B46984-4B77-9C48-8382-4233B2906DCE}" type="slidenum">
              <a:rPr lang="en-TR" smtClean="0"/>
              <a:t>1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5745441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T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That’s where agents can help. Instead of simply responding to prompts, agents can plan tasks, make decisions, coordinate multiple steps, and interact with external systems.</a:t>
            </a:r>
            <a:r>
              <a:rPr lang="en-TR" dirty="0">
                <a:effectLst/>
              </a:rPr>
              <a:t> </a:t>
            </a:r>
            <a:endParaRPr lang="en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B46984-4B77-9C48-8382-4233B2906DCE}" type="slidenum">
              <a:rPr lang="en-TR" smtClean="0"/>
              <a:t>2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10329377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T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SkillOS builds on this idea by allowing agents not only to use existing skills, but also to create new reusable skills when they’re missing.</a:t>
            </a:r>
            <a:r>
              <a:rPr lang="en-TR" dirty="0">
                <a:effectLst/>
              </a:rPr>
              <a:t> </a:t>
            </a:r>
            <a:endParaRPr lang="en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B46984-4B77-9C48-8382-4233B2906DCE}" type="slidenum">
              <a:rPr lang="en-TR" smtClean="0"/>
              <a:t>3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23645376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T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 shown in the architecture, every request first goes to the Planning Module. If a suitable skill already exists, it is reused. Otherwise, SkillOS generates a new skill, evaluates it with an LLM-as-Judge, requests human approval, registers it, and then executes it through isolated runtime modules. It can also connect to external services through Model Context Protocol, or MCP.</a:t>
            </a:r>
            <a:r>
              <a:rPr lang="en-TR" dirty="0">
                <a:effectLst/>
              </a:rPr>
              <a:t> </a:t>
            </a:r>
            <a:endParaRPr lang="en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B46984-4B77-9C48-8382-4233B2906DCE}" type="slidenum">
              <a:rPr lang="en-TR" smtClean="0"/>
              <a:t>5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14616068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T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built SkillOS in a Kaggle notebook using Google ADK, Gemini, Gemma, OpenAI models, Pydantic, YAML-based skill definitions, and GitHub MCP for repository management and website publishing.</a:t>
            </a:r>
          </a:p>
          <a:p>
            <a:r>
              <a:rPr lang="en-T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Now, let’s see SkillOS in action.</a:t>
            </a:r>
            <a:r>
              <a:rPr lang="en-TR" dirty="0">
                <a:effectLst/>
              </a:rPr>
              <a:t> </a:t>
            </a:r>
            <a:endParaRPr lang="en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B46984-4B77-9C48-8382-4233B2906DCE}" type="slidenum">
              <a:rPr lang="en-TR" smtClean="0"/>
              <a:t>6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29283849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784E11-C9C7-A194-76C5-BAB23B26BE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T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F7DA4C-D4B8-719E-2E09-6F8EE30752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E367BA-E16D-1AC8-7FFA-04857ABAF4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D07DF-06DC-AF46-B54D-EA112A864453}" type="datetimeFigureOut">
              <a:rPr lang="en-TR" smtClean="0"/>
              <a:t>5.07.2026</a:t>
            </a:fld>
            <a:endParaRPr lang="en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D86938-422A-62CE-88BD-7E04B7BDF1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FD1268-27F3-BDC7-7FB9-0DE9D5CA7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CDCD54-7DB3-2E47-8BAD-C8B7E9781BE7}" type="slidenum">
              <a:rPr lang="en-TR" smtClean="0"/>
              <a:t>‹#›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17042419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DC8C00-FFF6-E370-1918-7B0F582190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66C565-49EB-1F57-E0E9-8B3D6FA81D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5DEFC8-DA2B-6AA1-8A28-7E20D037B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D07DF-06DC-AF46-B54D-EA112A864453}" type="datetimeFigureOut">
              <a:rPr lang="en-TR" smtClean="0"/>
              <a:t>5.07.2026</a:t>
            </a:fld>
            <a:endParaRPr lang="en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1D57F2-D037-9E9F-707B-F79A99198D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6689D7-0735-47AE-87CF-65CE7375F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CDCD54-7DB3-2E47-8BAD-C8B7E9781BE7}" type="slidenum">
              <a:rPr lang="en-TR" smtClean="0"/>
              <a:t>‹#›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5428275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6D1F6-245A-3714-C1C7-7E45B350C8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T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40379C-065D-004A-3B08-CC984132B6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9C290A-77F4-EF58-CBAD-169D986F2D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D07DF-06DC-AF46-B54D-EA112A864453}" type="datetimeFigureOut">
              <a:rPr lang="en-TR" smtClean="0"/>
              <a:t>5.07.2026</a:t>
            </a:fld>
            <a:endParaRPr lang="en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4FFB86-F60F-C5A9-CC02-1D6D8E5F1D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D5A7DA-CEB7-4D70-54EE-9848B7AE71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CDCD54-7DB3-2E47-8BAD-C8B7E9781BE7}" type="slidenum">
              <a:rPr lang="en-TR" smtClean="0"/>
              <a:t>‹#›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33708239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F200BA-83A5-FE9E-D70E-2DB82B8C20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FD7A10-D01D-8B76-27C9-F468F0FEAE1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6726E7-B964-83DA-4967-C4392F1F83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D62E30-FF2D-91B4-DBA1-D03807E512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D07DF-06DC-AF46-B54D-EA112A864453}" type="datetimeFigureOut">
              <a:rPr lang="en-TR" smtClean="0"/>
              <a:t>5.07.2026</a:t>
            </a:fld>
            <a:endParaRPr lang="en-T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55512E-35F8-92C8-EAAA-33D3CF7B1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3C7DCC-C1E1-0AD8-FB7A-8D1696407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CDCD54-7DB3-2E47-8BAD-C8B7E9781BE7}" type="slidenum">
              <a:rPr lang="en-TR" smtClean="0"/>
              <a:t>‹#›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12045912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B8DDE2-7885-9090-1DCF-6B0C966C75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T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A56784-550F-FED4-6C51-3B2359B198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FD83C6-B345-E9A2-62A2-5E56A5ABEE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8DC8CB7-EF3A-4F2C-52DC-A8A9ADAE38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20AF9A9-3A76-4B39-B2D7-A4DAAF1E42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5090AB0-F8EE-3F8E-7B5C-E46FEC9218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D07DF-06DC-AF46-B54D-EA112A864453}" type="datetimeFigureOut">
              <a:rPr lang="en-TR" smtClean="0"/>
              <a:t>5.07.2026</a:t>
            </a:fld>
            <a:endParaRPr lang="en-T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79BAFAC-D9B2-AABD-4166-F490212063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367CCC1-7317-4FE2-648D-6E219423BA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CDCD54-7DB3-2E47-8BAD-C8B7E9781BE7}" type="slidenum">
              <a:rPr lang="en-TR" smtClean="0"/>
              <a:t>‹#›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6898084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812D28-134C-7B50-5DD8-E0ECCED1B2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0B1E81E-675D-B044-24D2-69D727497E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D07DF-06DC-AF46-B54D-EA112A864453}" type="datetimeFigureOut">
              <a:rPr lang="en-TR" smtClean="0"/>
              <a:t>5.07.2026</a:t>
            </a:fld>
            <a:endParaRPr lang="en-T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B50557-4BA2-38EA-C82E-E09ED78C95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0A8442-855F-5A15-020C-2113271F10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CDCD54-7DB3-2E47-8BAD-C8B7E9781BE7}" type="slidenum">
              <a:rPr lang="en-TR" smtClean="0"/>
              <a:t>‹#›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16719078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3B4C5D2-16BC-C346-4444-04C50C790B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D07DF-06DC-AF46-B54D-EA112A864453}" type="datetimeFigureOut">
              <a:rPr lang="en-TR" smtClean="0"/>
              <a:t>5.07.2026</a:t>
            </a:fld>
            <a:endParaRPr lang="en-T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AC9B100-47B8-4B94-19F6-DC3655E58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4AD927-A232-CA65-AD57-A95F1576FB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CDCD54-7DB3-2E47-8BAD-C8B7E9781BE7}" type="slidenum">
              <a:rPr lang="en-TR" smtClean="0"/>
              <a:t>‹#›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41121839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6C3B88-43E9-4C9A-64F3-BA1A0CAB41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T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7689F7-A3C6-C42C-9C2E-13DDF3305C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3578E0-628E-22F4-3CAB-1C6896D560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489E8B-C1A8-4A9E-48D2-2A8C34069B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D07DF-06DC-AF46-B54D-EA112A864453}" type="datetimeFigureOut">
              <a:rPr lang="en-TR" smtClean="0"/>
              <a:t>5.07.2026</a:t>
            </a:fld>
            <a:endParaRPr lang="en-T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18E434-162F-1749-D389-8E378CC315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FEB170-41C8-806E-8DE7-3B2C86BF8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CDCD54-7DB3-2E47-8BAD-C8B7E9781BE7}" type="slidenum">
              <a:rPr lang="en-TR" smtClean="0"/>
              <a:t>‹#›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23888377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13091F-F69E-7403-C9CF-AFE2E2C43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T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67EB077-8F8B-D8DB-964F-F4D82EDA2F3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T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402ADB-DCFA-CB8D-B583-F7C9FBACDB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49560D-49EE-4E0C-BBB2-691CCF09D6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D07DF-06DC-AF46-B54D-EA112A864453}" type="datetimeFigureOut">
              <a:rPr lang="en-TR" smtClean="0"/>
              <a:t>5.07.2026</a:t>
            </a:fld>
            <a:endParaRPr lang="en-T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2FE354-F946-F1D8-A447-CBA4916C52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E2C802-6186-79FC-3247-AC6EF4C32F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CDCD54-7DB3-2E47-8BAD-C8B7E9781BE7}" type="slidenum">
              <a:rPr lang="en-TR" smtClean="0"/>
              <a:t>‹#›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22813880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5B602E-DBD3-EC64-6C0B-F38BA97D06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0994F6-F9B0-8465-297F-63C954906F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3C5C55-DB19-A6E9-6D53-6A07D82996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D07DF-06DC-AF46-B54D-EA112A864453}" type="datetimeFigureOut">
              <a:rPr lang="en-TR" smtClean="0"/>
              <a:t>5.07.2026</a:t>
            </a:fld>
            <a:endParaRPr lang="en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A5A71D-064D-D054-D571-45D360574A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00319F-3FFC-6948-F041-E964FD61EC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CDCD54-7DB3-2E47-8BAD-C8B7E9781BE7}" type="slidenum">
              <a:rPr lang="en-TR" smtClean="0"/>
              <a:t>‹#›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6435079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9EB1176-979A-2076-CD7B-762067C8E2F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T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9948D51-7AE7-5AF5-8532-BE34C4A73E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723031-ECA2-4149-4206-24170144B8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D07DF-06DC-AF46-B54D-EA112A864453}" type="datetimeFigureOut">
              <a:rPr lang="en-TR" smtClean="0"/>
              <a:t>5.07.2026</a:t>
            </a:fld>
            <a:endParaRPr lang="en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2C82E0-A69C-3801-CF3E-BB0DBA5BB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194D2F-4303-CFCB-9FD9-1515A7119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CDCD54-7DB3-2E47-8BAD-C8B7E9781BE7}" type="slidenum">
              <a:rPr lang="en-TR" smtClean="0"/>
              <a:t>‹#›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22758732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5D099F3-386F-D633-9ACE-062790AB67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T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1D3634-77EC-0967-7269-5EBA486580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858305-FBF9-F86A-DE49-0F4B3FE0EF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ED07DF-06DC-AF46-B54D-EA112A864453}" type="datetimeFigureOut">
              <a:rPr lang="en-TR" smtClean="0"/>
              <a:t>5.07.2026</a:t>
            </a:fld>
            <a:endParaRPr lang="en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863084-F7B8-BFDE-3735-C12801383A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2EFC7D-7B82-11FC-FBE6-C9F54B75B7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ECDCD54-7DB3-2E47-8BAD-C8B7E9781BE7}" type="slidenum">
              <a:rPr lang="en-TR" smtClean="0"/>
              <a:t>‹#›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20108826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0B03BAB-A44D-539D-221F-D93BE115412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478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99963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540D47-CB92-492B-1CC2-820CF440E3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7CB2E24-B039-C417-0703-40AF885F8F92}"/>
              </a:ext>
            </a:extLst>
          </p:cNvPr>
          <p:cNvSpPr txBox="1"/>
          <p:nvPr/>
        </p:nvSpPr>
        <p:spPr>
          <a:xfrm>
            <a:off x="2498992" y="1345288"/>
            <a:ext cx="9287219" cy="41674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TR" sz="3600" b="1" i="1" dirty="0"/>
              <a:t>Agents can:</a:t>
            </a:r>
          </a:p>
          <a:p>
            <a:pPr marL="571500" indent="-5715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TR" sz="3600" b="1" i="1" dirty="0"/>
              <a:t>plan tasks</a:t>
            </a:r>
          </a:p>
          <a:p>
            <a:pPr marL="571500" indent="-5715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TR" sz="3600" b="1" i="1" dirty="0"/>
              <a:t>make decisions</a:t>
            </a:r>
          </a:p>
          <a:p>
            <a:pPr marL="571500" indent="-5715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TR" sz="3600" b="1" i="1" dirty="0"/>
              <a:t>coordinate multiple steps</a:t>
            </a:r>
          </a:p>
          <a:p>
            <a:pPr marL="571500" indent="-5715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TR" sz="3600" b="1" i="1" dirty="0"/>
              <a:t>interact with external systems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04EF380-95E0-4C50-38B0-E17C7FD067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455" y="5832662"/>
            <a:ext cx="1788287" cy="893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06872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4B4295-9796-CC3B-CA45-1C8D2B4A7C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3F1D640-7D9D-2D77-4610-AE2CF8CC91B0}"/>
              </a:ext>
            </a:extLst>
          </p:cNvPr>
          <p:cNvSpPr txBox="1"/>
          <p:nvPr/>
        </p:nvSpPr>
        <p:spPr>
          <a:xfrm>
            <a:off x="2460316" y="1834762"/>
            <a:ext cx="9287219" cy="2505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TR" sz="3600" b="1" i="1" dirty="0">
                <a:solidFill>
                  <a:srgbClr val="D3080B"/>
                </a:solidFill>
              </a:rPr>
              <a:t>SkillOS</a:t>
            </a:r>
            <a:endParaRPr lang="en-TR" sz="3600" b="1" i="1" dirty="0"/>
          </a:p>
          <a:p>
            <a:pPr marL="571500" indent="-5715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TR" sz="3600" b="1" i="1" dirty="0"/>
              <a:t>use existing skills</a:t>
            </a:r>
          </a:p>
          <a:p>
            <a:pPr marL="571500" indent="-5715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TR" sz="3600" b="1" i="1" dirty="0"/>
              <a:t>create new reusable skills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298FA2E-2775-B554-2EE1-FBB375A3F8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455" y="5832662"/>
            <a:ext cx="1788287" cy="893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72288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DC3772-D225-1CE3-80DB-FD23997393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255BC67-D0C0-4976-CBF8-9E723C7F7F70}"/>
              </a:ext>
            </a:extLst>
          </p:cNvPr>
          <p:cNvSpPr txBox="1"/>
          <p:nvPr/>
        </p:nvSpPr>
        <p:spPr>
          <a:xfrm>
            <a:off x="2500069" y="1571664"/>
            <a:ext cx="7191861" cy="37146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TR" sz="3200" b="1" i="1" dirty="0">
                <a:solidFill>
                  <a:srgbClr val="D3080B"/>
                </a:solidFill>
              </a:rPr>
              <a:t>SkillOS</a:t>
            </a:r>
            <a:r>
              <a:rPr lang="en-TR" sz="3200" b="1" i="1" dirty="0"/>
              <a:t> is an experimental operating system for AI agents that transforms business requests into structured, reusable workflows.</a:t>
            </a:r>
          </a:p>
          <a:p>
            <a:pPr algn="just">
              <a:lnSpc>
                <a:spcPct val="150000"/>
              </a:lnSpc>
            </a:pPr>
            <a:endParaRPr lang="en-TR" sz="3200" b="1" i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A266EA0-9D20-7075-0927-7C066E1BCF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455" y="5832662"/>
            <a:ext cx="1788287" cy="893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56411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FE19DB9-E808-2BBB-4D87-98163326E8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5E17A31-5377-4CEA-CA14-EF0719AD72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3620" y="643466"/>
            <a:ext cx="3704759" cy="557106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8A35559-0BD9-6E73-2A12-C52BD45853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455" y="5832662"/>
            <a:ext cx="1788287" cy="893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56160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9EAB7F-A6A5-627C-5DEF-6CAD52E145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A2897B4-2C76-3EFF-3109-4F53EDF356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455" y="5832662"/>
            <a:ext cx="1788287" cy="893135"/>
          </a:xfrm>
          <a:prstGeom prst="rect">
            <a:avLst/>
          </a:prstGeom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E8EEAE8-E1E8-E2F8-2EDE-13FDC40E22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448864"/>
              </p:ext>
            </p:extLst>
          </p:nvPr>
        </p:nvGraphicFramePr>
        <p:xfrm>
          <a:off x="1459672" y="533206"/>
          <a:ext cx="9272656" cy="529945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636328">
                  <a:extLst>
                    <a:ext uri="{9D8B030D-6E8A-4147-A177-3AD203B41FA5}">
                      <a16:colId xmlns:a16="http://schemas.microsoft.com/office/drawing/2014/main" val="4246408244"/>
                    </a:ext>
                  </a:extLst>
                </a:gridCol>
                <a:gridCol w="4636328">
                  <a:extLst>
                    <a:ext uri="{9D8B030D-6E8A-4147-A177-3AD203B41FA5}">
                      <a16:colId xmlns:a16="http://schemas.microsoft.com/office/drawing/2014/main" val="359463916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n-TR" sz="1600" dirty="0">
                          <a:effectLst/>
                        </a:rPr>
                        <a:t>Technology</a:t>
                      </a:r>
                      <a:endParaRPr lang="en-TR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14300" marR="114300" marT="76200" marB="76200" anchor="ctr">
                    <a:solidFill>
                      <a:srgbClr val="D3080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n-TR" sz="1600" dirty="0">
                          <a:effectLst/>
                        </a:rPr>
                        <a:t>Purpose in SkillOS</a:t>
                      </a:r>
                      <a:endParaRPr lang="en-TR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14300" marR="114300" marT="76200" marB="76200" anchor="ctr">
                    <a:solidFill>
                      <a:srgbClr val="D3080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5310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TR" sz="1600" dirty="0">
                          <a:effectLst/>
                        </a:rPr>
                        <a:t>Google ADK (Agent Development Kit)</a:t>
                      </a:r>
                      <a:endParaRPr lang="en-TR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14300" marR="114300" marT="76200" marB="76200" anchor="ctr">
                    <a:solidFill>
                      <a:srgbClr val="D3080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TR" sz="1600">
                          <a:effectLst/>
                        </a:rPr>
                        <a:t>Framework for building and executing AI agents and reusable skills.</a:t>
                      </a:r>
                      <a:endParaRPr lang="en-TR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17511648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TR" sz="1600" dirty="0">
                          <a:effectLst/>
                        </a:rPr>
                        <a:t>Google Gemini</a:t>
                      </a:r>
                      <a:endParaRPr lang="en-TR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14300" marR="114300" marT="76200" marB="76200" anchor="ctr">
                    <a:solidFill>
                      <a:srgbClr val="D3080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TR" sz="1600">
                          <a:effectLst/>
                        </a:rPr>
                        <a:t>General-purpose LLM used for planning, orchestration, and reasoning.</a:t>
                      </a:r>
                      <a:endParaRPr lang="en-TR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15092866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TR" sz="1600" dirty="0">
                          <a:effectLst/>
                        </a:rPr>
                        <a:t>Google Gemma</a:t>
                      </a:r>
                      <a:endParaRPr lang="en-TR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14300" marR="114300" marT="76200" marB="76200" anchor="ctr">
                    <a:solidFill>
                      <a:srgbClr val="D3080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TR" sz="1600">
                          <a:effectLst/>
                        </a:rPr>
                        <a:t>Open-weight LLM used for skill generation and agent execution.</a:t>
                      </a:r>
                      <a:endParaRPr lang="en-TR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34974080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TR" sz="1600" dirty="0">
                          <a:effectLst/>
                        </a:rPr>
                        <a:t>OpenAI Models (e.g., o4-mini)</a:t>
                      </a:r>
                      <a:endParaRPr lang="en-TR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14300" marR="114300" marT="76200" marB="76200" anchor="ctr">
                    <a:solidFill>
                      <a:srgbClr val="D3080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TR" sz="1600" dirty="0">
                          <a:effectLst/>
                        </a:rPr>
                        <a:t>Used for evaluation, structured reasoning, and LLM-as-Judge tasks.</a:t>
                      </a:r>
                      <a:endParaRPr lang="en-TR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38000255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TR" sz="1600" dirty="0">
                          <a:effectLst/>
                        </a:rPr>
                        <a:t>Pydantic</a:t>
                      </a:r>
                      <a:endParaRPr lang="en-TR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14300" marR="114300" marT="76200" marB="76200" anchor="ctr">
                    <a:solidFill>
                      <a:srgbClr val="D3080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TR" sz="1600" dirty="0">
                          <a:effectLst/>
                        </a:rPr>
                        <a:t>Validates structured inputs and outputs using Python data models.</a:t>
                      </a:r>
                      <a:endParaRPr lang="en-TR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16516828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TR" sz="1600" dirty="0">
                          <a:effectLst/>
                        </a:rPr>
                        <a:t>YAML-based Skill Definitions</a:t>
                      </a:r>
                      <a:endParaRPr lang="en-TR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14300" marR="114300" marT="76200" marB="76200" anchor="ctr">
                    <a:solidFill>
                      <a:srgbClr val="D3080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TR" sz="1600" dirty="0">
                          <a:effectLst/>
                        </a:rPr>
                        <a:t>Stores reusable SKILL.md metadata, registry entries, and skill configuration.</a:t>
                      </a:r>
                      <a:endParaRPr lang="en-TR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11880319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TR" sz="1600" dirty="0">
                          <a:effectLst/>
                        </a:rPr>
                        <a:t>GitHub MCP (Model Context Protocol)</a:t>
                      </a:r>
                      <a:endParaRPr lang="en-TR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14300" marR="114300" marT="76200" marB="76200" anchor="ctr">
                    <a:solidFill>
                      <a:srgbClr val="D3080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TR" sz="1600" dirty="0">
                          <a:effectLst/>
                        </a:rPr>
                        <a:t>Creates repositories, commits files, and publishes generated web applications through MCP tools.</a:t>
                      </a:r>
                      <a:endParaRPr lang="en-TR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12276324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864091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</TotalTime>
  <Words>390</Words>
  <Application>Microsoft Macintosh PowerPoint</Application>
  <PresentationFormat>Widescreen</PresentationFormat>
  <Paragraphs>37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Serdar Altan</dc:creator>
  <cp:lastModifiedBy>Serdar Altan</cp:lastModifiedBy>
  <cp:revision>1</cp:revision>
  <dcterms:created xsi:type="dcterms:W3CDTF">2026-07-04T09:23:36Z</dcterms:created>
  <dcterms:modified xsi:type="dcterms:W3CDTF">2026-07-05T11:23:15Z</dcterms:modified>
</cp:coreProperties>
</file>